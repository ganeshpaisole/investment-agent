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RFP: MES for Discrete Manufacturing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Executive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Implement MES for production line: OEE, traceability, lot genealogy</a:t>
            </a:r>
          </a:p>
          <a:p>
            <a:pPr lvl="1"/>
            <a:r>
              <a:t>Integrate with PLCs, ERP (SAP S/4)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Fixed Price: $14004.00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Compliance &amp; Legal Clauses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ISO</a:t>
            </a:r>
          </a:p>
          <a:p>
            <a:pPr lvl="1"/>
            <a:r>
              <a:t>## ISO / Security Clause</a:t>
            </a:r>
          </a:p>
          <a:p>
            <a:pPr/>
            <a:r>
              <a:t>Data Residency</a:t>
            </a:r>
          </a:p>
          <a:p>
            <a:pPr lvl="1"/>
            <a:r>
              <a:t>## Data Residency Clause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