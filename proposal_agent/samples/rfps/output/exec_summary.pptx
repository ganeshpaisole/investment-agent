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SAP S/4 HANA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SAP S/4 HANA for Finance and Supply Chain</a:t>
            </a:r>
          </a:p>
          <a:p>
            <a:pPr lvl="1"/>
            <a:r>
              <a:t>Migrate historical data from legacy ERP (10 years)</a:t>
            </a:r>
          </a:p>
          <a:p>
            <a:pPr lvl="1"/>
            <a:r>
              <a:t>Integrate with MES and third-party logistics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$22562.50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GDPR</a:t>
            </a:r>
          </a:p>
          <a:p>
            <a:pPr lvl="1"/>
            <a:r>
              <a:t>## GDPR Clause</a:t>
            </a:r>
          </a:p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Data Residency</a:t>
            </a:r>
          </a:p>
          <a:p>
            <a:pPr lvl="1"/>
            <a:r>
              <a:t>## Data Residency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