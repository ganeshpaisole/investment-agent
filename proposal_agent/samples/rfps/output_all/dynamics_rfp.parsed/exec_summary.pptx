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RFP: Dynamics 365 CRM &amp; Finance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Implement Dynamics 365 Sales and Customer Service</a:t>
            </a:r>
          </a:p>
          <a:p>
            <a:pPr lvl="1"/>
            <a:r>
              <a:t>Integrate with POS systems and ERP for order sync</a:t>
            </a:r>
          </a:p>
          <a:p>
            <a:pPr lvl="1"/>
            <a:r>
              <a:t>Migrate customer master and 3 years transactional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Price: $20424.00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Legal Clauses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GDPR</a:t>
            </a:r>
          </a:p>
          <a:p>
            <a:pPr lvl="1"/>
            <a:r>
              <a:t>## GDPR Clause</a:t>
            </a:r>
          </a:p>
          <a:p>
            <a:pPr/>
            <a:r>
              <a:t>ISO</a:t>
            </a:r>
          </a:p>
          <a:p>
            <a:pPr lvl="1"/>
            <a:r>
              <a:t>## ISO / Security Clause</a:t>
            </a:r>
          </a:p>
          <a:p>
            <a:pPr/>
            <a:r>
              <a:t>Local Procurement</a:t>
            </a:r>
          </a:p>
          <a:p>
            <a:pPr lvl="1"/>
            <a:r>
              <a:t>## Local Procurement Clause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